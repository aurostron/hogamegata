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645920"/>
            <a:ext cx="2926080" cy="3657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CATALOG INTELLIGENCE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lang="en-IN" dirty="0" err="1"/>
              <a:t>hoGAMEGATA</a:t>
            </a:r>
            <a:r>
              <a:rPr dirty="0"/>
              <a:t> Master Catalog Analysis</a:t>
            </a:r>
          </a:p>
          <a:p>
            <a:pPr>
              <a:spcBef>
                <a:spcPts val="1400"/>
              </a:spcBef>
              <a:defRPr sz="1800">
                <a:solidFill>
                  <a:srgbClr val="A1A1AA"/>
                </a:solidFill>
              </a:defRPr>
            </a:pPr>
            <a:r>
              <a:rPr dirty="0"/>
              <a:t>Deep-dive comprehensive audit of 107,805 games, 98k Itch.io horror migration, AI metadata taxonomy, developer mapping, and fast-redirect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754880"/>
            <a:ext cx="2514600" cy="11887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EF4444"/>
                </a:solidFill>
              </a:defRPr>
            </a:pPr>
            <a:r>
              <a:t>107,805</a:t>
            </a:r>
          </a:p>
          <a:p>
            <a:pPr algn="ctr">
              <a:defRPr sz="1100">
                <a:solidFill>
                  <a:srgbClr val="A1A1AA"/>
                </a:solidFill>
              </a:defRPr>
            </a:pPr>
            <a:r>
              <a:t>Total Master Games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4754880"/>
            <a:ext cx="2514600" cy="11887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EF4444"/>
                </a:solidFill>
              </a:defRPr>
            </a:pPr>
            <a:r>
              <a:t>68,073</a:t>
            </a:r>
          </a:p>
          <a:p>
            <a:pPr algn="ctr">
              <a:defRPr sz="1100">
                <a:solidFill>
                  <a:srgbClr val="A1A1AA"/>
                </a:solidFill>
              </a:defRPr>
            </a:pPr>
            <a:r>
              <a:t>Mapped Creators / Devs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754880"/>
            <a:ext cx="2514600" cy="11887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EF4444"/>
                </a:solidFill>
              </a:defRPr>
            </a:pPr>
            <a:r>
              <a:t>97,995</a:t>
            </a:r>
          </a:p>
          <a:p>
            <a:pPr algn="ctr">
              <a:defRPr sz="1100">
                <a:solidFill>
                  <a:srgbClr val="A1A1AA"/>
                </a:solidFill>
              </a:defRPr>
            </a:pPr>
            <a:r>
              <a:t>Itch Horror Scraped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4754880"/>
            <a:ext cx="2514600" cy="11887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EF4444"/>
                </a:solidFill>
              </a:defRPr>
            </a:pPr>
            <a:r>
              <a:t>15,830</a:t>
            </a:r>
          </a:p>
          <a:p>
            <a:pPr algn="ctr">
              <a:defRPr sz="1100">
                <a:solidFill>
                  <a:srgbClr val="A1A1AA"/>
                </a:solidFill>
              </a:defRPr>
            </a:pPr>
            <a:r>
              <a:t>Indexed Tags &amp; AI Flags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Catalog Scale &amp; Database Composition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rPr dirty="0"/>
              <a:t>Catalog Transformation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rPr lang="en-IN" dirty="0" err="1"/>
              <a:t>hoGAMEGATA</a:t>
            </a:r>
            <a:r>
              <a:rPr dirty="0"/>
              <a:t>'s catalog grew from 18,767 to 107,805 games, establishing the largest dedicated horror &amp; indie directory on the web.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rPr dirty="0"/>
              <a:t>Intelligent Deduplication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rPr dirty="0"/>
              <a:t>9,090 titles already present </a:t>
            </a:r>
            <a:r>
              <a:rPr lang="en-IN" dirty="0"/>
              <a:t>at </a:t>
            </a:r>
            <a:r>
              <a:rPr lang="en-IN" dirty="0" err="1"/>
              <a:t>hohoGAMEGATA</a:t>
            </a:r>
            <a:r>
              <a:rPr dirty="0"/>
              <a:t> were deduplicated and enriched with official Itch.io purchase links without catalog bloat.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rPr dirty="0"/>
              <a:t>Standalone Itch Ingestion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rPr dirty="0"/>
              <a:t>88,905 new standalone games cataloged with creator profiles, price snapshots, ratings, and tag taxonomies.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Developer Ecosystem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68,073 independent game creators and studios now have dedicated dynamic portfolio pages at /developer/[slug].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MIGRATION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98k Scrape Breakdown &amp; Ingestion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749039" cy="215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rPr dirty="0"/>
              <a:t>Ingestion Throughput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rPr lang="en-IN" dirty="0"/>
              <a:t>26 Hours</a:t>
            </a:r>
            <a:endParaRPr dirty="0"/>
          </a:p>
          <a:p>
            <a:pPr>
              <a:spcBef>
                <a:spcPts val="1400"/>
              </a:spcBef>
              <a:defRPr sz="1200">
                <a:solidFill>
                  <a:srgbClr val="A1A1AA"/>
                </a:solidFill>
              </a:defRPr>
            </a:pPr>
            <a:r>
              <a:rPr dirty="0"/>
              <a:t>Total processing time for all 97,995 records utilizing chunked transactional batches (250 statements/batch) via </a:t>
            </a:r>
            <a:r>
              <a:rPr dirty="0" err="1"/>
              <a:t>LibSQL</a:t>
            </a:r>
            <a:r>
              <a:rPr dirty="0"/>
              <a:t>/Turso client.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6309360" cy="1051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rPr dirty="0"/>
              <a:t>97,995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dirty="0"/>
              <a:t>Total </a:t>
            </a:r>
            <a:r>
              <a:rPr lang="en-IN" dirty="0"/>
              <a:t>itch.io games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120640" y="2651760"/>
            <a:ext cx="6309360" cy="1051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rPr dirty="0"/>
              <a:t>9,090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dirty="0"/>
              <a:t>Matched Existing IGDB/Steam Titles (Deduplicated)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840480"/>
            <a:ext cx="6309360" cy="1051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rPr dirty="0"/>
              <a:t>88,905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dirty="0"/>
              <a:t>New Standalone Itch Games </a:t>
            </a:r>
            <a:r>
              <a:rPr lang="en-IN" dirty="0"/>
              <a:t>Pages </a:t>
            </a:r>
            <a:r>
              <a:rPr dirty="0"/>
              <a:t>Created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5029200"/>
            <a:ext cx="6309360" cy="105156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rPr dirty="0"/>
              <a:t>111,168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dirty="0"/>
              <a:t>Total Store Purchase Links Active in Catalog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METADATA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 Content Transparency &amp; Distribution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Verified No AI</a:t>
            </a:r>
          </a:p>
          <a:p>
            <a:pPr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92,283 Games (94.2%)</a:t>
            </a:r>
          </a:p>
          <a:p>
            <a:pPr>
              <a:spcBef>
                <a:spcPts val="1400"/>
              </a:spcBef>
              <a:defRPr sz="1200">
                <a:solidFill>
                  <a:srgbClr val="A1A1AA"/>
                </a:solidFill>
              </a:defRPr>
            </a:pPr>
            <a:r>
              <a:t>Titles explicitly verified to contain no generative AI assets, code, or dialog. Tagged as 'No AI'.</a:t>
            </a:r>
          </a:p>
          <a:p>
            <a:pPr>
              <a:spcBef>
                <a:spcPts val="2000"/>
              </a:spcBef>
              <a:defRPr sz="1100">
                <a:solidFill>
                  <a:srgbClr val="FFFFFF"/>
                </a:solidFill>
              </a:defRPr>
            </a:pPr>
            <a:r>
              <a:t>✓ Filterable in Search &amp; Catalog</a:t>
            </a:r>
            <a:br/>
            <a:r>
              <a:t>✓ Indexed in _GameToTag join table</a:t>
            </a:r>
            <a:br/>
            <a:r>
              <a:t>✓ Exported in detailed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AI-Assisted Production</a:t>
            </a:r>
          </a:p>
          <a:p>
            <a:pPr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5,712 Games (5.8%)</a:t>
            </a:r>
          </a:p>
          <a:p>
            <a:pPr>
              <a:spcBef>
                <a:spcPts val="1400"/>
              </a:spcBef>
              <a:defRPr sz="1200">
                <a:solidFill>
                  <a:srgbClr val="A1A1AA"/>
                </a:solidFill>
              </a:defRPr>
            </a:pPr>
            <a:r>
              <a:t>Games utilizing AI tools for partial concept art, audio synthesis, or programming assistance. Tagged as 'AI-Assisted'.</a:t>
            </a:r>
          </a:p>
          <a:p>
            <a:pPr>
              <a:spcBef>
                <a:spcPts val="2000"/>
              </a:spcBef>
              <a:defRPr sz="1100">
                <a:solidFill>
                  <a:srgbClr val="FFFFFF"/>
                </a:solidFill>
              </a:defRPr>
            </a:pPr>
            <a:r>
              <a:t>✓ Filterable in Search &amp; Catalog</a:t>
            </a:r>
            <a:br/>
            <a:r>
              <a:t>✓ Indexed in _GameToTag join table</a:t>
            </a:r>
            <a:br/>
            <a:r>
              <a:t>✓ Exported in detailed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AI-Generated Text</a:t>
            </a:r>
          </a:p>
          <a:p>
            <a:pPr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1,411 Games (1.4%)</a:t>
            </a:r>
          </a:p>
          <a:p>
            <a:pPr>
              <a:spcBef>
                <a:spcPts val="1400"/>
              </a:spcBef>
              <a:defRPr sz="1200">
                <a:solidFill>
                  <a:srgbClr val="A1A1AA"/>
                </a:solidFill>
              </a:defRPr>
            </a:pPr>
            <a:r>
              <a:t>Games incorporating LLM-generated narrative, lore, or NPC dialog trees. Tagged as 'AI Text'.</a:t>
            </a:r>
          </a:p>
          <a:p>
            <a:pPr>
              <a:spcBef>
                <a:spcPts val="2000"/>
              </a:spcBef>
              <a:defRPr sz="1100">
                <a:solidFill>
                  <a:srgbClr val="FFFFFF"/>
                </a:solidFill>
              </a:defRPr>
            </a:pPr>
            <a:r>
              <a:t>✓ Filterable in Search &amp; Catalog</a:t>
            </a:r>
            <a:br/>
            <a:r>
              <a:t>✓ Indexed in _GameToTag join table</a:t>
            </a:r>
            <a:br/>
            <a:r>
              <a:t>✓ Exported in detailed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MONETIZATION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Pricing Landscape &amp; Storefront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Free / PWYW</a:t>
            </a:r>
          </a:p>
          <a:p>
            <a:pPr>
              <a:spcBef>
                <a:spcPts val="1000"/>
              </a:spcBef>
              <a:defRPr sz="3000" b="1">
                <a:solidFill>
                  <a:srgbClr val="FFFFFF"/>
                </a:solidFill>
              </a:defRPr>
            </a:pPr>
            <a:r>
              <a:t>93,670 Titles (95.6%)</a:t>
            </a:r>
          </a:p>
          <a:p>
            <a:pPr>
              <a:spcBef>
                <a:spcPts val="1600"/>
              </a:spcBef>
              <a:defRPr sz="1400">
                <a:solidFill>
                  <a:srgbClr val="A1A1AA"/>
                </a:solidFill>
              </a:defRPr>
            </a:pPr>
            <a:r>
              <a:t>Dominant indie horror distribution model. Completely free download with optional creator tips / donations.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475488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Commercial Indie</a:t>
            </a:r>
          </a:p>
          <a:p>
            <a:pPr>
              <a:spcBef>
                <a:spcPts val="1000"/>
              </a:spcBef>
              <a:defRPr sz="3000" b="1">
                <a:solidFill>
                  <a:srgbClr val="FFFFFF"/>
                </a:solidFill>
              </a:defRPr>
            </a:pPr>
            <a:r>
              <a:t>4,325 Titles (4.4%)</a:t>
            </a:r>
          </a:p>
          <a:p>
            <a:pPr>
              <a:spcBef>
                <a:spcPts val="1600"/>
              </a:spcBef>
              <a:defRPr sz="1400">
                <a:solidFill>
                  <a:srgbClr val="A1A1AA"/>
                </a:solidFill>
              </a:defRPr>
            </a:pPr>
            <a:r>
              <a:t>Paid games ranging from $1.00 to $19.99 USD. Most common price points: $1.00 (808 games), $2.99 (324 games), $4.99 (296 games).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GENERATED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Master Catalog Export Formats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rPr lang="en-IN" dirty="0" err="1"/>
              <a:t>hoGAMEGATA</a:t>
            </a:r>
            <a:r>
              <a:rPr dirty="0"/>
              <a:t>_catalog_detailed.csv  [54.04 MB]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rPr dirty="0"/>
              <a:t>Standard RFC 4180 CSV containing 21 rich columns across all 107,805 records. Compatible with Excel, Numbers, and Pandas.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0698480" cy="137160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rPr lang="en-IN" dirty="0" err="1"/>
              <a:t>hoGAMEGATA</a:t>
            </a:r>
            <a:r>
              <a:rPr dirty="0"/>
              <a:t>_</a:t>
            </a:r>
            <a:r>
              <a:rPr dirty="0" err="1"/>
              <a:t>catalog_detailed.db</a:t>
            </a:r>
            <a:r>
              <a:rPr dirty="0"/>
              <a:t>  [70.59 MB]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rPr dirty="0"/>
              <a:t>Standalone indexed SQLite database with '</a:t>
            </a:r>
            <a:r>
              <a:rPr dirty="0" err="1"/>
              <a:t>catalog_games</a:t>
            </a:r>
            <a:r>
              <a:rPr dirty="0"/>
              <a:t>' table and multi-column search indexes.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16161C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rPr lang="en-IN" dirty="0" err="1"/>
              <a:t>hoGAMEGATA</a:t>
            </a:r>
            <a:r>
              <a:rPr dirty="0"/>
              <a:t>-</a:t>
            </a:r>
            <a:r>
              <a:rPr dirty="0" err="1"/>
              <a:t>db.db</a:t>
            </a:r>
            <a:r>
              <a:rPr dirty="0"/>
              <a:t> (Master)  [349.55 MB]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rPr dirty="0"/>
              <a:t>Live production database containing all relational tables: Game, Developer, </a:t>
            </a:r>
            <a:r>
              <a:rPr dirty="0" err="1"/>
              <a:t>PurchaseLink</a:t>
            </a:r>
            <a:r>
              <a:rPr dirty="0"/>
              <a:t>, </a:t>
            </a:r>
            <a:r>
              <a:rPr dirty="0" err="1"/>
              <a:t>PriceSnapshot</a:t>
            </a:r>
            <a:r>
              <a:rPr dirty="0"/>
              <a:t>, Tag, Genre,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531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Aurosmit .</cp:lastModifiedBy>
  <cp:revision>2</cp:revision>
  <dcterms:created xsi:type="dcterms:W3CDTF">2013-01-27T09:14:16Z</dcterms:created>
  <dcterms:modified xsi:type="dcterms:W3CDTF">2026-08-21T15:21:54Z</dcterms:modified>
  <cp:category/>
</cp:coreProperties>
</file>